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vs 主流AI Agent框架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深度对比分析报告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</a:t>
            </a:r>
            <a:endParaRPr lang="en-US" sz="16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OpenClaw 简介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核心功能对比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架构设计对比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使用场景对比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优劣势分析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选型建议</a:t>
            </a:r>
            <a:endParaRPr lang="en-US" sz="18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OpenClaw 简介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GitHub史上增长最快的开源项目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280K+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16459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127K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2周增长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1645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最新版本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开源、本地优先的AI Agent框架，将大型语言模型转变为能够执行跨平台复杂任务的助手。具备主动执行能力、可操作本地应用，拥有统一通讯接口。</a:t>
            </a:r>
            <a:endParaRPr lang="en-US" sz="13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发展历程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914400"/>
            <a:ext cx="2011680" cy="457200"/>
          </a:xfrm>
          <a:prstGeom prst="rect">
            <a:avLst/>
          </a:prstGeom>
          <a:solidFill>
            <a:srgbClr val="FCE8E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960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项目启动（曾用名Clawdbot、Moltbot）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828800"/>
            <a:ext cx="2011680" cy="4572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突然爆红，成为现象级产品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743200"/>
            <a:ext cx="201168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GitHub星标突破28万，登顶GitHub星榜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3657600"/>
            <a:ext cx="201168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发布v2.18里程碑版本</a:t>
            </a:r>
            <a:endParaRPr lang="en-US" sz="13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四大AI Agent框架对比概览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3200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开源框架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280K+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32004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商业CLI工具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320040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商业CLI工具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20240" cy="3200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云端Agent</a:t>
            </a:r>
            <a:endParaRPr lang="en-US" sz="12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645920"/>
                <a:gridCol w="1645920"/>
              </a:tblGrid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功能特性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OpenClaw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Claude Code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OpenAI Codex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Manus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部署方式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本地/自托管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云端CLI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云端CLI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云端SaaS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开源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完全开源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❌ 闭源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❌ 闭源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❌ 闭源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代码执行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本地执行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终端执行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终端执行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云端执行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多Agent协作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支持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❌ 单Agent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支持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支持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工具调用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丰富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MCP协议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内置工具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✅ 内置工具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学习曲线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陡峭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低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低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3C7E"/>
                          </a:solidFill>
                        </a:rPr>
                        <a:t>极低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61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核心功能对比</a:t>
            </a:r>
            <a:endParaRPr lang="en-US" sz="32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架构设计对比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CE8E8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工具引擎架构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多Agent通信机制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Policy插件系统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本地优先设计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跨平台支持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23360" cy="1005840"/>
          </a:xfrm>
          <a:prstGeom prst="rect">
            <a:avLst/>
          </a:prstGeom>
          <a:solidFill>
            <a:srgbClr val="FCE8E8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MCP协议 + 终端集成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023360" cy="1005840"/>
          </a:xfrm>
          <a:prstGeom prst="rect">
            <a:avLst/>
          </a:prstGeom>
          <a:solidFill>
            <a:srgbClr val="FCE8E8"/>
          </a:solidFill>
          <a:ln w="25400">
            <a:solidFill>
              <a:srgbClr val="10A3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多智能体Harness架构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4023360" cy="1280160"/>
          </a:xfrm>
          <a:prstGeom prst="rect">
            <a:avLst/>
          </a:prstGeom>
          <a:solidFill>
            <a:srgbClr val="FCE8E8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多重签名(multisig)系统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云端多模型驱动</a:t>
            </a:r>
            <a:endParaRPr lang="en-US" sz="11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使用场景对比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828800"/>
          </a:xfrm>
          <a:prstGeom prst="rect">
            <a:avLst/>
          </a:prstGeom>
          <a:solidFill>
            <a:srgbClr val="FCE8E8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企业私有化部署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定制化Agent开发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多Agent协作系统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本地数据处理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1828800"/>
          </a:xfrm>
          <a:prstGeom prst="rect">
            <a:avLst/>
          </a:prstGeom>
          <a:solidFill>
            <a:srgbClr val="FCE8E8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个人编程助手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代码重构优化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Bug修复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项目初始化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23360" cy="1828800"/>
          </a:xfrm>
          <a:prstGeom prst="rect">
            <a:avLst/>
          </a:prstGeom>
          <a:solidFill>
            <a:srgbClr val="FCE8E8"/>
          </a:solidFill>
          <a:ln w="25400">
            <a:solidFill>
              <a:srgbClr val="10A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全栈开发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复杂系统重构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多文件协作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代码审查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023360" cy="1828800"/>
          </a:xfrm>
          <a:prstGeom prst="rect">
            <a:avLst/>
          </a:prstGeom>
          <a:solidFill>
            <a:srgbClr val="FCE8E8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快速上手使用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通用任务处理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非技术用户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云端协作</a:t>
            </a:r>
            <a:endParaRPr lang="en-US" sz="11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优劣势分析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优势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完全开源，可控性强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本地优先，数据安全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高度可定制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活跃的社区生态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solidFill>
            <a:srgbClr val="FFEBEE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劣势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部署复杂，学习曲线陡峭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需要技术背景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配置工作量大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维护成本高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023360" cy="155448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商业工具优势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开箱即用，低门槛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官方技术支持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持续更新维护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稳定性有保障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651760"/>
            <a:ext cx="4023360" cy="1554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商业工具劣势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闭源，可控性有限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数据隐私顾虑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订阅费用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定制化受限</a:t>
            </a:r>
            <a:endParaRPr lang="en-US" sz="11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选型决策树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914400"/>
            <a:ext cx="2743200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开始选型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solidFill>
            <a:srgbClr val="FCE8E8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需要完全控制+数据隐私？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OpenClaw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3657600" cy="731520"/>
          </a:xfrm>
          <a:prstGeom prst="rect">
            <a:avLst/>
          </a:prstGeom>
          <a:solidFill>
            <a:srgbClr val="FCE8E8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追求开箱即用？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Manus / Codex / Claude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1463040"/>
            <a:ext cx="1371600" cy="36576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463040"/>
            <a:ext cx="1371600" cy="36576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核心建议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技术团队/企业级应用 → OpenClaw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个人开发者/快速原型 → Claude Code / Codex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非技术用户/快速上手 → Manus</a:t>
            </a:r>
            <a:endParaRPr lang="en-US" sz="13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OpenClaw代表了AI Agent发展的开源路径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OpenClaw以28万+ GitHub Stars成为史上增长最快的开源Agent项目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与Manus、Claude Code、Codex形成鲜明对比：开源vs闭源、本地vs云端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适合有技术能力、需要定制化、注重数据隐私的企业和开发者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学习曲线陡峭，但提供了最大程度的灵活性和可控性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2026年AI Agent市场呈现多元化发展，不同场景适合不同工具</a:t>
            </a:r>
            <a:endParaRPr lang="en-US" sz="13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vs 主流AI Agent框架对比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</a:t>
            </a:r>
            <a:endParaRPr lang="en-US" sz="16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2026-05-22T13:50:46Z</dcterms:created>
  <dcterms:modified xsi:type="dcterms:W3CDTF">2026-05-22T13:50:46Z</dcterms:modified>
</cp:coreProperties>
</file>